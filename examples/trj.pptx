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7848600"/>
            <a:ext cx="1705737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0"/>
              </a:lnSpc>
              <a:buNone/>
            </a:pPr>
            <a:r>
              <a:rPr lang="en-US" sz="13200" b="1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Slide Title Goes Here</a:t>
            </a:r>
            <a:endParaRPr lang="en-US" sz="1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62000"/>
            <a:ext cx="1119662" cy="761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990600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876300"/>
            <a:ext cx="461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6D8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Tag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62000" y="1409700"/>
            <a:ext cx="838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22222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Section Heading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762000" y="2552700"/>
            <a:ext cx="5762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D3C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Lorem ipsum dolor sit amet, consectetur adipiscing elit. Sed do eiusmod tempor incididunt ut labore et dolore magna aliqua.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62000" y="8515350"/>
            <a:ext cx="5521643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950" b="1" dirty="0">
                <a:solidFill>
                  <a:srgbClr val="6D8F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€000,000</a:t>
            </a:r>
            <a:endParaRPr lang="en-US" sz="7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762000"/>
            <a:ext cx="8382000" cy="876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838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22222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Section Heading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62000" y="1752600"/>
            <a:ext cx="5762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D3C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Lorem ipsum dolor sit amet, consectetur adipiscing elit. Sed do eiusmod tempor incididunt ut labore et dolore magna aliqua.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143500"/>
            <a:ext cx="4048125" cy="438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1550" y="8096250"/>
            <a:ext cx="3991928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3450" b="1" dirty="0">
                <a:solidFill>
                  <a:srgbClr val="22222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Lorem ipsum dolor sit amet</a:t>
            </a:r>
            <a:endParaRPr lang="en-US" sz="3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5143500"/>
            <a:ext cx="4048125" cy="438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175" y="8096250"/>
            <a:ext cx="3991928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3450" b="1" dirty="0">
                <a:solidFill>
                  <a:srgbClr val="22222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Consectetur adipiscing elit</a:t>
            </a:r>
            <a:endParaRPr lang="en-US" sz="3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0" y="2857500"/>
            <a:ext cx="4048125" cy="6667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48800" y="8096250"/>
            <a:ext cx="3991928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3450" b="1" dirty="0">
                <a:solidFill>
                  <a:srgbClr val="FDFCFB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Sed do eiusmod tempor incididunt</a:t>
            </a:r>
            <a:endParaRPr lang="en-US" sz="3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7875" y="5143500"/>
            <a:ext cx="4048125" cy="4381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687425" y="7486650"/>
            <a:ext cx="39919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3450" b="1" dirty="0">
                <a:solidFill>
                  <a:srgbClr val="22222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Ut labore et dolore magna aliqua</a:t>
            </a:r>
            <a:endParaRPr lang="en-US" sz="3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6764000" cy="765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8801100"/>
            <a:ext cx="590931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22222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Section Heading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12263635" y="8805863"/>
            <a:ext cx="526236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D3C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Lorem ipsum dolor sit amet, consectetur adipiscing elit, sed do eiusmod tempor incididunt ut labore et dolore magna aliqua. Ut enim ad minim veniam, quis nostrud exercitation.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762000"/>
            <a:ext cx="1119662" cy="7614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7820025"/>
            <a:ext cx="336327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22222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Let's Talk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762000" y="8810625"/>
            <a:ext cx="526236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D3C3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Lorem ipsum dolor sit amet, consectetur adipiscing elit, sed do eiusmod tempor incididunt ut labore et dolore magna aliqua. Ut enim ad minim veniam, quis nostrud exercitation.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9144000" y="762000"/>
            <a:ext cx="8382000" cy="8763000"/>
          </a:xfrm>
          <a:prstGeom prst="rect">
            <a:avLst/>
          </a:prstGeom>
          <a:solidFill>
            <a:srgbClr val="FDFCF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762000"/>
            <a:ext cx="4095750" cy="428625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215" y="1043494"/>
            <a:ext cx="432502" cy="423543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700" y="1028700"/>
            <a:ext cx="457200" cy="4572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334500" y="4533900"/>
            <a:ext cx="30908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222222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+0 000 000 00 00</a:t>
            </a:r>
            <a:endParaRPr lang="en-US" sz="25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0250" y="762000"/>
            <a:ext cx="4095750" cy="42862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950" y="1067870"/>
            <a:ext cx="457200" cy="378879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3620750" y="4533900"/>
            <a:ext cx="168687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222222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@trunjeee</a:t>
            </a:r>
            <a:endParaRPr lang="en-US" sz="255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5238750"/>
            <a:ext cx="4095750" cy="4286250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0" y="5429250"/>
            <a:ext cx="971550" cy="41910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9620250" y="5543550"/>
            <a:ext cx="440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D8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CEO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9334500" y="8724900"/>
            <a:ext cx="40862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DFCFB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Alex True</a:t>
            </a:r>
            <a:endParaRPr lang="en-US" sz="48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30250" y="5238750"/>
            <a:ext cx="4095750" cy="4286250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96950" y="5538290"/>
            <a:ext cx="457200" cy="388967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3620750" y="9010650"/>
            <a:ext cx="17392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222222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alex@trj.at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2026-10-02T14:43:20Z</dcterms:created>
  <dcterms:modified xsi:type="dcterms:W3CDTF">2026-10-02T14:43:20Z</dcterms:modified>
</cp:coreProperties>
</file>