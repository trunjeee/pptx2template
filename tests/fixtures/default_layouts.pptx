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Annual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Prepared by the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point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point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Title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