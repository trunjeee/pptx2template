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 name="Cover">
    <p:spTree>
      <p:nvGrpSpPr>
        <p:cNvPr id="1" name=""/>
        <p:cNvGrpSpPr/>
        <p:nvPr/>
      </p:nvGrpSpPr>
      <p:grpSpPr/>
      <p:pic>
        <p:nvPicPr>
          <p:cNvPr id="2" name="Cover Photo" descr="hill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Overlay"/>
          <p:cNvSpPr/>
          <p:nvPr/>
        </p:nvSpPr>
        <p:spPr>
          <a:xfrm>
            <a:off x="0" y="3429000"/>
            <a:ext cx="12192000" cy="3429000"/>
          </a:xfrm>
          <a:prstGeom prst="rect">
            <a:avLst/>
          </a:prstGeom>
          <a:gradFill rotWithShape="1">
            <a:gsLst>
              <a:gs pos="0">
                <a:schemeClr val="accent1">
                  <a:tint val="100000"/>
                  <a:shade val="100000"/>
                  <a:satMod val="130000"/>
                </a:schemeClr>
              </a:gs>
              <a:gs pos="100000">
                <a:schemeClr val="accent1">
                  <a:tint val="50000"/>
                  <a:shade val="100000"/>
                  <a:satMod val="350000"/>
                </a:schemeClr>
              </a:gs>
            </a:gsLst>
            <a:lin scaled="0"/>
          </a:gra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Cover Title"/>
          <p:cNvSpPr txBox="1"/>
          <p:nvPr/>
        </p:nvSpPr>
        <p:spPr>
          <a:xfrm>
            <a:off x="700000" y="4300000"/>
            <a:ext cx="9000000" cy="10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600" b="1">
                <a:solidFill>
                  <a:srgbClr val="FFFFFF"/>
                </a:solidFill>
              </a:rPr>
              <a:t>Atlas Trails Field Guide</a:t>
            </a:r>
          </a:p>
        </p:txBody>
      </p:sp>
      <p:sp>
        <p:nvSpPr>
          <p:cNvPr id="5" name="Cover Subtitle"/>
          <p:cNvSpPr txBox="1"/>
          <p:nvPr/>
        </p:nvSpPr>
        <p:spPr>
          <a:xfrm>
            <a:off x="700000" y="5400000"/>
            <a:ext cx="9000000" cy="5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000" b="0">
                <a:solidFill>
                  <a:srgbClr val="FFFFFF"/>
                </a:solidFill>
              </a:rPr>
              <a:t>Hikers’ edition,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 name="Destination">
    <p:spTree>
      <p:nvGrpSpPr>
        <p:cNvPr id="1" name=""/>
        <p:cNvGrpSpPr/>
        <p:nvPr/>
      </p:nvGrpSpPr>
      <p:grpSpPr/>
      <p:sp>
        <p:nvSpPr>
          <p:cNvPr id="2" name="Side Band"/>
          <p:cNvSpPr/>
          <p:nvPr/>
        </p:nvSpPr>
        <p:spPr>
          <a:xfrm>
            <a:off x="11734800" y="0"/>
            <a:ext cx="457200" cy="68580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oto"/>
          <p:cNvSpPr/>
          <p:nvPr/>
        </p:nvSpPr>
        <p:spPr>
          <a:xfrm>
            <a:off x="600000" y="900000"/>
            <a:ext cx="4800000" cy="4800000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g"/>
          <p:cNvSpPr/>
          <p:nvPr/>
        </p:nvSpPr>
        <p:spPr>
          <a:xfrm>
            <a:off x="6000000" y="900000"/>
            <a:ext cx="1500000" cy="360000"/>
          </a:xfrm>
          <a:prstGeom prst="roundRect">
            <a:avLst/>
          </a:prstGeom>
          <a:solidFill>
            <a:srgbClr val="6C4A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Mountains</a:t>
            </a:r>
          </a:p>
        </p:txBody>
      </p:sp>
      <p:sp>
        <p:nvSpPr>
          <p:cNvPr id="5" name="Title Text"/>
          <p:cNvSpPr txBox="1"/>
          <p:nvPr/>
        </p:nvSpPr>
        <p:spPr>
          <a:xfrm>
            <a:off x="6000000" y="1450000"/>
            <a:ext cx="53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Alpine Ridge</a:t>
            </a:r>
          </a:p>
        </p:txBody>
      </p:sp>
      <p:sp>
        <p:nvSpPr>
          <p:cNvPr id="6" name="Body Text"/>
          <p:cNvSpPr txBox="1"/>
          <p:nvPr/>
        </p:nvSpPr>
        <p:spPr>
          <a:xfrm>
            <a:off x="6000000" y="2500000"/>
            <a:ext cx="53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Six-hour loop</a:t>
            </a:r>
          </a:p>
          <a:p>
            <a:r>
              <a:rPr sz="1600" b="0"/>
              <a:t>Viewpoint at 2,100 m</a:t>
            </a:r>
          </a:p>
        </p:txBody>
      </p:sp>
      <p:sp>
        <p:nvSpPr>
          <p:cNvPr id="7" name="Separator"/>
          <p:cNvSpPr txBox="1"/>
          <p:nvPr/>
        </p:nvSpPr>
        <p:spPr>
          <a:xfrm>
            <a:off x="6000000" y="5000000"/>
            <a:ext cx="3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/>
              <a:t>✦</a:t>
            </a:r>
          </a:p>
        </p:txBody>
      </p:sp>
      <p:grpSp>
        <p:nvGrpSpPr>
          <p:cNvPr id="8" name="Brand Mark"/>
          <p:cNvGrpSpPr/>
          <p:nvPr/>
        </p:nvGrpSpPr>
        <p:grpSpPr>
          <a:xfrm>
            <a:off x="10200000" y="6200000"/>
            <a:ext cx="680000" cy="280000"/>
            <a:chOff x="10200000" y="6200000"/>
            <a:chExt cx="680000" cy="280000"/>
          </a:xfrm>
        </p:grpSpPr>
        <p:sp>
          <p:nvSpPr>
            <p:cNvPr id="9" name="Isosceles Triangle 8"/>
            <p:cNvSpPr/>
            <p:nvPr/>
          </p:nvSpPr>
          <p:spPr>
            <a:xfrm>
              <a:off x="10200000" y="6200000"/>
              <a:ext cx="320000" cy="280000"/>
            </a:xfrm>
            <a:prstGeom prst="triangle">
              <a:avLst/>
            </a:prstGeom>
            <a:solidFill>
              <a:srgbClr val="0E6E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10560000" y="6200000"/>
              <a:ext cx="320000" cy="280000"/>
            </a:xfrm>
            <a:prstGeom prst="hexagon">
              <a:avLst/>
            </a:prstGeom>
            <a:solidFill>
              <a:srgbClr val="F2C14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ide Band"/>
          <p:cNvSpPr/>
          <p:nvPr/>
        </p:nvSpPr>
        <p:spPr>
          <a:xfrm>
            <a:off x="11734800" y="0"/>
            <a:ext cx="457200" cy="68580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oto"/>
          <p:cNvSpPr/>
          <p:nvPr/>
        </p:nvSpPr>
        <p:spPr>
          <a:xfrm>
            <a:off x="600000" y="900000"/>
            <a:ext cx="4800000" cy="4800000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g"/>
          <p:cNvSpPr/>
          <p:nvPr/>
        </p:nvSpPr>
        <p:spPr>
          <a:xfrm>
            <a:off x="6000000" y="900000"/>
            <a:ext cx="1500000" cy="360000"/>
          </a:xfrm>
          <a:prstGeom prst="roundRect">
            <a:avLst/>
          </a:prstGeom>
          <a:solidFill>
            <a:srgbClr val="6C4A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Coast</a:t>
            </a:r>
          </a:p>
        </p:txBody>
      </p:sp>
      <p:sp>
        <p:nvSpPr>
          <p:cNvPr id="5" name="Title Text"/>
          <p:cNvSpPr txBox="1"/>
          <p:nvPr/>
        </p:nvSpPr>
        <p:spPr>
          <a:xfrm>
            <a:off x="6000000" y="1450000"/>
            <a:ext cx="53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Coral Bay</a:t>
            </a:r>
          </a:p>
        </p:txBody>
      </p:sp>
      <p:sp>
        <p:nvSpPr>
          <p:cNvPr id="6" name="Body Text"/>
          <p:cNvSpPr txBox="1"/>
          <p:nvPr/>
        </p:nvSpPr>
        <p:spPr>
          <a:xfrm>
            <a:off x="6000000" y="2500000"/>
            <a:ext cx="53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Cliff path and coves</a:t>
            </a:r>
          </a:p>
          <a:p>
            <a:r>
              <a:rPr sz="1600" b="0"/>
              <a:t>Best at low tide</a:t>
            </a:r>
          </a:p>
        </p:txBody>
      </p:sp>
      <p:sp>
        <p:nvSpPr>
          <p:cNvPr id="7" name="Separator"/>
          <p:cNvSpPr txBox="1"/>
          <p:nvPr/>
        </p:nvSpPr>
        <p:spPr>
          <a:xfrm>
            <a:off x="6000000" y="5000000"/>
            <a:ext cx="3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/>
              <a:t>✦</a:t>
            </a:r>
          </a:p>
        </p:txBody>
      </p:sp>
      <p:grpSp>
        <p:nvGrpSpPr>
          <p:cNvPr id="8" name="Brand Mark"/>
          <p:cNvGrpSpPr/>
          <p:nvPr/>
        </p:nvGrpSpPr>
        <p:grpSpPr>
          <a:xfrm>
            <a:off x="10200000" y="6200000"/>
            <a:ext cx="680000" cy="280000"/>
            <a:chOff x="10200000" y="6200000"/>
            <a:chExt cx="680000" cy="280000"/>
          </a:xfrm>
        </p:grpSpPr>
        <p:sp>
          <p:nvSpPr>
            <p:cNvPr id="9" name="Isosceles Triangle 8"/>
            <p:cNvSpPr/>
            <p:nvPr/>
          </p:nvSpPr>
          <p:spPr>
            <a:xfrm>
              <a:off x="10200000" y="6200000"/>
              <a:ext cx="320000" cy="280000"/>
            </a:xfrm>
            <a:prstGeom prst="triangle">
              <a:avLst/>
            </a:prstGeom>
            <a:solidFill>
              <a:srgbClr val="0E6E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10560000" y="6200000"/>
              <a:ext cx="320000" cy="280000"/>
            </a:xfrm>
            <a:prstGeom prst="hexagon">
              <a:avLst/>
            </a:prstGeom>
            <a:solidFill>
              <a:srgbClr val="F2C14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ide Band"/>
          <p:cNvSpPr/>
          <p:nvPr/>
        </p:nvSpPr>
        <p:spPr>
          <a:xfrm>
            <a:off x="11734800" y="0"/>
            <a:ext cx="457200" cy="6858000"/>
          </a:xfrm>
          <a:prstGeom prst="rect">
            <a:avLst/>
          </a:prstGeom>
          <a:solidFill>
            <a:srgbClr val="0E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Photo"/>
          <p:cNvSpPr/>
          <p:nvPr/>
        </p:nvSpPr>
        <p:spPr>
          <a:xfrm>
            <a:off x="600000" y="900000"/>
            <a:ext cx="4800000" cy="4800000"/>
          </a:xfrm>
          <a:prstGeom prst="ellipse">
            <a:avLst/>
          </a:prstGeom>
          <a:blipFill>
            <a:blip r:embed="rId2"/>
            <a:stretch>
              <a:fillRect/>
            </a:stretch>
          </a:blip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ag"/>
          <p:cNvSpPr/>
          <p:nvPr/>
        </p:nvSpPr>
        <p:spPr>
          <a:xfrm>
            <a:off x="6000000" y="900000"/>
            <a:ext cx="1500000" cy="360000"/>
          </a:xfrm>
          <a:prstGeom prst="roundRect">
            <a:avLst/>
          </a:prstGeom>
          <a:solidFill>
            <a:srgbClr val="6C4A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sz="1200"/>
              <a:t>Forest</a:t>
            </a:r>
          </a:p>
        </p:txBody>
      </p:sp>
      <p:sp>
        <p:nvSpPr>
          <p:cNvPr id="5" name="Title Text"/>
          <p:cNvSpPr txBox="1"/>
          <p:nvPr/>
        </p:nvSpPr>
        <p:spPr>
          <a:xfrm>
            <a:off x="6000000" y="1450000"/>
            <a:ext cx="5300000" cy="9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 b="1"/>
              <a:t>Pine Hollow</a:t>
            </a:r>
          </a:p>
        </p:txBody>
      </p:sp>
      <p:sp>
        <p:nvSpPr>
          <p:cNvPr id="6" name="Body Text"/>
          <p:cNvSpPr txBox="1"/>
          <p:nvPr/>
        </p:nvSpPr>
        <p:spPr>
          <a:xfrm>
            <a:off x="6000000" y="2500000"/>
            <a:ext cx="5300000" cy="2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0"/>
              <a:t>Shaded and flat</a:t>
            </a:r>
          </a:p>
          <a:p>
            <a:r>
              <a:rPr sz="1600" b="0"/>
              <a:t>Good for families</a:t>
            </a:r>
          </a:p>
        </p:txBody>
      </p:sp>
      <p:sp>
        <p:nvSpPr>
          <p:cNvPr id="7" name="Separator"/>
          <p:cNvSpPr txBox="1"/>
          <p:nvPr/>
        </p:nvSpPr>
        <p:spPr>
          <a:xfrm>
            <a:off x="6000000" y="5000000"/>
            <a:ext cx="300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0"/>
              <a:t>✦</a:t>
            </a:r>
          </a:p>
        </p:txBody>
      </p:sp>
      <p:grpSp>
        <p:nvGrpSpPr>
          <p:cNvPr id="8" name="Brand Mark"/>
          <p:cNvGrpSpPr/>
          <p:nvPr/>
        </p:nvGrpSpPr>
        <p:grpSpPr>
          <a:xfrm>
            <a:off x="10200000" y="6200000"/>
            <a:ext cx="680000" cy="280000"/>
            <a:chOff x="10200000" y="6200000"/>
            <a:chExt cx="680000" cy="280000"/>
          </a:xfrm>
        </p:grpSpPr>
        <p:sp>
          <p:nvSpPr>
            <p:cNvPr id="9" name="Isosceles Triangle 8"/>
            <p:cNvSpPr/>
            <p:nvPr/>
          </p:nvSpPr>
          <p:spPr>
            <a:xfrm>
              <a:off x="10200000" y="6200000"/>
              <a:ext cx="320000" cy="280000"/>
            </a:xfrm>
            <a:prstGeom prst="triangle">
              <a:avLst/>
            </a:prstGeom>
            <a:solidFill>
              <a:srgbClr val="0E6E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0" name="Hexagon 9"/>
            <p:cNvSpPr/>
            <p:nvPr/>
          </p:nvSpPr>
          <p:spPr>
            <a:xfrm>
              <a:off x="10560000" y="6200000"/>
              <a:ext cx="320000" cy="280000"/>
            </a:xfrm>
            <a:prstGeom prst="hexagon">
              <a:avLst/>
            </a:prstGeom>
            <a:solidFill>
              <a:srgbClr val="F2C14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Trail Conditions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Snow above 1,800 m</a:t>
            </a:r>
          </a:p>
          <a:p>
            <a:r>
              <a:t>Bridges reopened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00000" y="5200000"/>
          <a:ext cx="4000000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Hikers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t>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160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Packing List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Two litres of water</a:t>
            </a:r>
          </a:p>
          <a:p>
            <a:r>
              <a:t>Wind jacket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000000" y="5200000"/>
          <a:ext cx="4000000" cy="8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00000"/>
                <a:gridCol w="2000000"/>
              </a:tblGrid>
              <a:tr h="400000">
                <a:tc>
                  <a:txBody>
                    <a:bodyPr/>
                    <a:lstStyle/>
                    <a:p>
                      <a:r>
                        <a:t>Month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Hikers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r>
                        <a:t>June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120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Background Block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B3D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Closing"/>
          <p:cNvSpPr txBox="1"/>
          <p:nvPr/>
        </p:nvSpPr>
        <p:spPr>
          <a:xfrm>
            <a:off x="1000000" y="2800000"/>
            <a:ext cx="10000000" cy="12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5400" b="1">
                <a:solidFill>
                  <a:srgbClr val="FFFFFF"/>
                </a:solidFill>
              </a:rPr>
              <a:t>Happy trails</a:t>
            </a:r>
          </a:p>
        </p:txBody>
      </p:sp>
      <p:grpSp>
        <p:nvGrpSpPr>
          <p:cNvPr id="4" name="Brand Mark"/>
          <p:cNvGrpSpPr/>
          <p:nvPr/>
        </p:nvGrpSpPr>
        <p:grpSpPr>
          <a:xfrm>
            <a:off x="5700000" y="5600000"/>
            <a:ext cx="680000" cy="280000"/>
            <a:chOff x="5700000" y="5600000"/>
            <a:chExt cx="680000" cy="280000"/>
          </a:xfrm>
        </p:grpSpPr>
        <p:sp>
          <p:nvSpPr>
            <p:cNvPr id="5" name="Isosceles Triangle 4"/>
            <p:cNvSpPr/>
            <p:nvPr/>
          </p:nvSpPr>
          <p:spPr>
            <a:xfrm>
              <a:off x="5700000" y="5600000"/>
              <a:ext cx="320000" cy="280000"/>
            </a:xfrm>
            <a:prstGeom prst="triangle">
              <a:avLst/>
            </a:prstGeom>
            <a:solidFill>
              <a:srgbClr val="0E6E6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6" name="Hexagon 5"/>
            <p:cNvSpPr/>
            <p:nvPr/>
          </p:nvSpPr>
          <p:spPr>
            <a:xfrm>
              <a:off x="6060000" y="5600000"/>
              <a:ext cx="320000" cy="280000"/>
            </a:xfrm>
            <a:prstGeom prst="hexagon">
              <a:avLst/>
            </a:prstGeom>
            <a:solidFill>
              <a:srgbClr val="F2C14E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pic>
        <p:nvPicPr>
          <p:cNvPr id="7" name="Badge" descr="co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00000" y="300000"/>
            <a:ext cx="500000" cy="500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