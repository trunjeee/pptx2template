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">
    <p:spTree>
      <p:nvGrpSpPr>
        <p:cNvPr id="1" name=""/>
        <p:cNvGrpSpPr/>
        <p:nvPr/>
      </p:nvGrpSpPr>
      <p:grpSpPr/>
      <p:pic>
        <p:nvPicPr>
          <p:cNvPr id="2" name="Cover Photo" descr="h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 Title"/>
          <p:cNvSpPr txBox="1"/>
          <p:nvPr/>
        </p:nvSpPr>
        <p:spPr>
          <a:xfrm>
            <a:off x="700000" y="4300000"/>
            <a:ext cx="9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Atlas Trails Field Guide</a:t>
            </a:r>
          </a:p>
        </p:txBody>
      </p:sp>
      <p:sp>
        <p:nvSpPr>
          <p:cNvPr id="5" name="Cover Subtitle"/>
          <p:cNvSpPr txBox="1"/>
          <p:nvPr/>
        </p:nvSpPr>
        <p:spPr>
          <a:xfrm>
            <a:off x="700000" y="5400000"/>
            <a:ext cx="9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Hikers’ edition,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stination">
    <p:spTree>
      <p:nvGrpSpPr>
        <p:cNvPr id="1" name=""/>
        <p:cNvGrpSpPr/>
        <p:nvPr/>
      </p:nvGrpSpPr>
      <p:grpSpPr/>
      <p:sp>
        <p:nvSpPr>
          <p:cNvPr id="2" name="Side Band"/>
          <p:cNvSpPr/>
          <p:nvPr/>
        </p:nvSpPr>
        <p:spPr>
          <a:xfrm>
            <a:off x="11734800" y="0"/>
            <a:ext cx="457200" cy="6858000"/>
          </a:xfrm>
          <a:prstGeom prst="rect">
            <a:avLst/>
          </a:prstGeom>
          <a:solidFill>
            <a:srgbClr val="0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"/>
          <p:cNvSpPr/>
          <p:nvPr/>
        </p:nvSpPr>
        <p:spPr>
          <a:xfrm>
            <a:off x="600000" y="900000"/>
            <a:ext cx="4800000" cy="48000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g"/>
          <p:cNvSpPr/>
          <p:nvPr/>
        </p:nvSpPr>
        <p:spPr>
          <a:xfrm>
            <a:off x="6000000" y="900000"/>
            <a:ext cx="1500000" cy="36000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Mountains</a:t>
            </a:r>
          </a:p>
        </p:txBody>
      </p:sp>
      <p:sp>
        <p:nvSpPr>
          <p:cNvPr id="5" name="Title Text"/>
          <p:cNvSpPr txBox="1"/>
          <p:nvPr/>
        </p:nvSpPr>
        <p:spPr>
          <a:xfrm>
            <a:off x="6000000" y="1450000"/>
            <a:ext cx="53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Alpine Ridge</a:t>
            </a:r>
          </a:p>
        </p:txBody>
      </p:sp>
      <p:sp>
        <p:nvSpPr>
          <p:cNvPr id="6" name="Body Text"/>
          <p:cNvSpPr txBox="1"/>
          <p:nvPr/>
        </p:nvSpPr>
        <p:spPr>
          <a:xfrm>
            <a:off x="6000000" y="2500000"/>
            <a:ext cx="53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Six-hour loop</a:t>
            </a:r>
          </a:p>
          <a:p>
            <a:r>
              <a:rPr sz="1600" b="0"/>
              <a:t>Viewpoint at 2,100 m</a:t>
            </a:r>
          </a:p>
        </p:txBody>
      </p:sp>
      <p:sp>
        <p:nvSpPr>
          <p:cNvPr id="7" name="Separator"/>
          <p:cNvSpPr txBox="1"/>
          <p:nvPr/>
        </p:nvSpPr>
        <p:spPr>
          <a:xfrm>
            <a:off x="6000000" y="5000000"/>
            <a:ext cx="3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✦</a:t>
            </a:r>
          </a:p>
        </p:txBody>
      </p:sp>
      <p:grpSp>
        <p:nvGrpSpPr>
          <p:cNvPr id="8" name="Brand Mark"/>
          <p:cNvGrpSpPr/>
          <p:nvPr/>
        </p:nvGrpSpPr>
        <p:grpSpPr>
          <a:xfrm>
            <a:off x="10200000" y="6200000"/>
            <a:ext cx="680000" cy="280000"/>
            <a:chOff x="10200000" y="6200000"/>
            <a:chExt cx="680000" cy="280000"/>
          </a:xfrm>
        </p:grpSpPr>
        <p:sp>
          <p:nvSpPr>
            <p:cNvPr id="9" name="Isosceles Triangle 8"/>
            <p:cNvSpPr/>
            <p:nvPr/>
          </p:nvSpPr>
          <p:spPr>
            <a:xfrm>
              <a:off x="10200000" y="6200000"/>
              <a:ext cx="320000" cy="280000"/>
            </a:xfrm>
            <a:prstGeom prst="triangle">
              <a:avLst/>
            </a:prstGeom>
            <a:solidFill>
              <a:srgbClr val="0E6E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10560000" y="6200000"/>
              <a:ext cx="320000" cy="280000"/>
            </a:xfrm>
            <a:prstGeom prst="hexagon">
              <a:avLst/>
            </a:prstGeom>
            <a:solidFill>
              <a:srgbClr val="F2C1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ide Band"/>
          <p:cNvSpPr/>
          <p:nvPr/>
        </p:nvSpPr>
        <p:spPr>
          <a:xfrm>
            <a:off x="11734800" y="0"/>
            <a:ext cx="457200" cy="6858000"/>
          </a:xfrm>
          <a:prstGeom prst="rect">
            <a:avLst/>
          </a:prstGeom>
          <a:solidFill>
            <a:srgbClr val="0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"/>
          <p:cNvSpPr/>
          <p:nvPr/>
        </p:nvSpPr>
        <p:spPr>
          <a:xfrm>
            <a:off x="600000" y="900000"/>
            <a:ext cx="4800000" cy="48000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g"/>
          <p:cNvSpPr/>
          <p:nvPr/>
        </p:nvSpPr>
        <p:spPr>
          <a:xfrm>
            <a:off x="6000000" y="900000"/>
            <a:ext cx="1500000" cy="36000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Coast</a:t>
            </a:r>
          </a:p>
        </p:txBody>
      </p:sp>
      <p:sp>
        <p:nvSpPr>
          <p:cNvPr id="5" name="Title Text"/>
          <p:cNvSpPr txBox="1"/>
          <p:nvPr/>
        </p:nvSpPr>
        <p:spPr>
          <a:xfrm>
            <a:off x="6000000" y="1450000"/>
            <a:ext cx="53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Coral Bay</a:t>
            </a:r>
          </a:p>
        </p:txBody>
      </p:sp>
      <p:sp>
        <p:nvSpPr>
          <p:cNvPr id="6" name="Body Text"/>
          <p:cNvSpPr txBox="1"/>
          <p:nvPr/>
        </p:nvSpPr>
        <p:spPr>
          <a:xfrm>
            <a:off x="6000000" y="2500000"/>
            <a:ext cx="53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Cliff path and coves</a:t>
            </a:r>
          </a:p>
          <a:p>
            <a:r>
              <a:rPr sz="1600" b="0"/>
              <a:t>Best at low tide</a:t>
            </a:r>
          </a:p>
        </p:txBody>
      </p:sp>
      <p:sp>
        <p:nvSpPr>
          <p:cNvPr id="7" name="Separator"/>
          <p:cNvSpPr txBox="1"/>
          <p:nvPr/>
        </p:nvSpPr>
        <p:spPr>
          <a:xfrm>
            <a:off x="6000000" y="5000000"/>
            <a:ext cx="3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✦</a:t>
            </a:r>
          </a:p>
        </p:txBody>
      </p:sp>
      <p:grpSp>
        <p:nvGrpSpPr>
          <p:cNvPr id="8" name="Brand Mark"/>
          <p:cNvGrpSpPr/>
          <p:nvPr/>
        </p:nvGrpSpPr>
        <p:grpSpPr>
          <a:xfrm>
            <a:off x="10200000" y="6200000"/>
            <a:ext cx="680000" cy="280000"/>
            <a:chOff x="10200000" y="6200000"/>
            <a:chExt cx="680000" cy="280000"/>
          </a:xfrm>
        </p:grpSpPr>
        <p:sp>
          <p:nvSpPr>
            <p:cNvPr id="9" name="Isosceles Triangle 8"/>
            <p:cNvSpPr/>
            <p:nvPr/>
          </p:nvSpPr>
          <p:spPr>
            <a:xfrm>
              <a:off x="10200000" y="6200000"/>
              <a:ext cx="320000" cy="280000"/>
            </a:xfrm>
            <a:prstGeom prst="triangle">
              <a:avLst/>
            </a:prstGeom>
            <a:solidFill>
              <a:srgbClr val="0E6E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10560000" y="6200000"/>
              <a:ext cx="320000" cy="280000"/>
            </a:xfrm>
            <a:prstGeom prst="hexagon">
              <a:avLst/>
            </a:prstGeom>
            <a:solidFill>
              <a:srgbClr val="F2C1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ide Band"/>
          <p:cNvSpPr/>
          <p:nvPr/>
        </p:nvSpPr>
        <p:spPr>
          <a:xfrm>
            <a:off x="11734800" y="0"/>
            <a:ext cx="457200" cy="6858000"/>
          </a:xfrm>
          <a:prstGeom prst="rect">
            <a:avLst/>
          </a:prstGeom>
          <a:solidFill>
            <a:srgbClr val="0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"/>
          <p:cNvSpPr/>
          <p:nvPr/>
        </p:nvSpPr>
        <p:spPr>
          <a:xfrm>
            <a:off x="600000" y="900000"/>
            <a:ext cx="4800000" cy="48000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g"/>
          <p:cNvSpPr/>
          <p:nvPr/>
        </p:nvSpPr>
        <p:spPr>
          <a:xfrm>
            <a:off x="6000000" y="900000"/>
            <a:ext cx="1500000" cy="360000"/>
          </a:xfrm>
          <a:prstGeom prst="roundRect">
            <a:avLst/>
          </a:prstGeom>
          <a:solidFill>
            <a:srgbClr val="6C4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Forest</a:t>
            </a:r>
          </a:p>
        </p:txBody>
      </p:sp>
      <p:sp>
        <p:nvSpPr>
          <p:cNvPr id="5" name="Title Text"/>
          <p:cNvSpPr txBox="1"/>
          <p:nvPr/>
        </p:nvSpPr>
        <p:spPr>
          <a:xfrm>
            <a:off x="6000000" y="1450000"/>
            <a:ext cx="53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Pine Hollow</a:t>
            </a:r>
          </a:p>
        </p:txBody>
      </p:sp>
      <p:sp>
        <p:nvSpPr>
          <p:cNvPr id="6" name="Body Text"/>
          <p:cNvSpPr txBox="1"/>
          <p:nvPr/>
        </p:nvSpPr>
        <p:spPr>
          <a:xfrm>
            <a:off x="6000000" y="2500000"/>
            <a:ext cx="53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Shaded and flat</a:t>
            </a:r>
          </a:p>
          <a:p>
            <a:r>
              <a:rPr sz="1600" b="0"/>
              <a:t>Good for families</a:t>
            </a:r>
          </a:p>
        </p:txBody>
      </p:sp>
      <p:sp>
        <p:nvSpPr>
          <p:cNvPr id="7" name="Separator"/>
          <p:cNvSpPr txBox="1"/>
          <p:nvPr/>
        </p:nvSpPr>
        <p:spPr>
          <a:xfrm>
            <a:off x="6000000" y="5000000"/>
            <a:ext cx="3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✦</a:t>
            </a:r>
          </a:p>
        </p:txBody>
      </p:sp>
      <p:grpSp>
        <p:nvGrpSpPr>
          <p:cNvPr id="8" name="Brand Mark"/>
          <p:cNvGrpSpPr/>
          <p:nvPr/>
        </p:nvGrpSpPr>
        <p:grpSpPr>
          <a:xfrm>
            <a:off x="10200000" y="6200000"/>
            <a:ext cx="680000" cy="280000"/>
            <a:chOff x="10200000" y="6200000"/>
            <a:chExt cx="680000" cy="280000"/>
          </a:xfrm>
        </p:grpSpPr>
        <p:sp>
          <p:nvSpPr>
            <p:cNvPr id="9" name="Isosceles Triangle 8"/>
            <p:cNvSpPr/>
            <p:nvPr/>
          </p:nvSpPr>
          <p:spPr>
            <a:xfrm>
              <a:off x="10200000" y="6200000"/>
              <a:ext cx="320000" cy="280000"/>
            </a:xfrm>
            <a:prstGeom prst="triangle">
              <a:avLst/>
            </a:prstGeom>
            <a:solidFill>
              <a:srgbClr val="0E6E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10560000" y="6200000"/>
              <a:ext cx="320000" cy="280000"/>
            </a:xfrm>
            <a:prstGeom prst="hexagon">
              <a:avLst/>
            </a:prstGeom>
            <a:solidFill>
              <a:srgbClr val="F2C1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Trail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 above 1,800 m</a:t>
            </a:r>
          </a:p>
          <a:p>
            <a:r>
              <a:t>Bridges reopened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5200000"/>
          <a:ext cx="40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Hikers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Packing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litres of water</a:t>
            </a:r>
          </a:p>
          <a:p>
            <a:r>
              <a:t>Wind jacket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5200000"/>
          <a:ext cx="40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Hikers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 Blo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sing"/>
          <p:cNvSpPr txBox="1"/>
          <p:nvPr/>
        </p:nvSpPr>
        <p:spPr>
          <a:xfrm>
            <a:off x="1000000" y="2800000"/>
            <a:ext cx="10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Happy trails</a:t>
            </a:r>
          </a:p>
        </p:txBody>
      </p:sp>
      <p:grpSp>
        <p:nvGrpSpPr>
          <p:cNvPr id="4" name="Brand Mark"/>
          <p:cNvGrpSpPr/>
          <p:nvPr/>
        </p:nvGrpSpPr>
        <p:grpSpPr>
          <a:xfrm>
            <a:off x="5700000" y="5600000"/>
            <a:ext cx="680000" cy="280000"/>
            <a:chOff x="5700000" y="5600000"/>
            <a:chExt cx="680000" cy="280000"/>
          </a:xfrm>
        </p:grpSpPr>
        <p:sp>
          <p:nvSpPr>
            <p:cNvPr id="5" name="Isosceles Triangle 4"/>
            <p:cNvSpPr/>
            <p:nvPr/>
          </p:nvSpPr>
          <p:spPr>
            <a:xfrm>
              <a:off x="5700000" y="5600000"/>
              <a:ext cx="320000" cy="280000"/>
            </a:xfrm>
            <a:prstGeom prst="triangle">
              <a:avLst/>
            </a:prstGeom>
            <a:solidFill>
              <a:srgbClr val="0E6E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6060000" y="5600000"/>
              <a:ext cx="320000" cy="280000"/>
            </a:xfrm>
            <a:prstGeom prst="hexagon">
              <a:avLst/>
            </a:prstGeom>
            <a:solidFill>
              <a:srgbClr val="F2C1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" name="Badge" descr="co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000" y="300000"/>
            <a:ext cx="500000" cy="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